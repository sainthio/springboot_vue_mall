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基于SpringBoot的秒杀系统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latin typeface="Microsoft YaHei"/>
              </a:rPr>
              <a:t>答辩PPT / 项目方案</a:t>
            </a:r>
          </a:p>
          <a:p>
            <a:r>
              <a:rPr>
                <a:latin typeface="Microsoft YaHei"/>
              </a:rPr>
              <a:t>指导老师：______  成员：______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Microsoft YaHei"/>
              </a:rPr>
              <a:t>1 项目概述</a:t>
            </a:r>
          </a:p>
          <a:p>
            <a:pPr/>
            <a:r>
              <a:rPr>
                <a:latin typeface="Microsoft YaHei"/>
              </a:rPr>
              <a:t>2 后端开发</a:t>
            </a:r>
          </a:p>
          <a:p>
            <a:pPr/>
            <a:r>
              <a:rPr>
                <a:latin typeface="Microsoft YaHei"/>
              </a:rPr>
              <a:t>3 前端开发</a:t>
            </a:r>
          </a:p>
          <a:p>
            <a:pPr/>
            <a:r>
              <a:rPr>
                <a:latin typeface="Microsoft YaHei"/>
              </a:rPr>
              <a:t>4 前后端对接</a:t>
            </a:r>
          </a:p>
          <a:p>
            <a:pPr/>
            <a:r>
              <a:rPr>
                <a:latin typeface="Microsoft YaHei"/>
              </a:rPr>
              <a:t>5 测试部署</a:t>
            </a:r>
          </a:p>
          <a:p>
            <a:pPr/>
            <a:r>
              <a:rPr>
                <a:latin typeface="Microsoft YaHei"/>
              </a:rPr>
              <a:t>6 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前期准备：技术栈选型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Microsoft YaHei"/>
              </a:rPr>
              <a:t>Spring Boot：后端开发框架</a:t>
            </a:r>
          </a:p>
          <a:p>
            <a:pPr/>
            <a:r>
              <a:rPr>
                <a:latin typeface="Microsoft YaHei"/>
              </a:rPr>
              <a:t>MyBatis-Plus：ORM与CRUD增强</a:t>
            </a:r>
          </a:p>
          <a:p>
            <a:pPr/>
            <a:r>
              <a:rPr>
                <a:latin typeface="Microsoft YaHei"/>
              </a:rPr>
              <a:t>MySQL：关系型数据库</a:t>
            </a:r>
          </a:p>
          <a:p>
            <a:pPr/>
            <a:r>
              <a:rPr>
                <a:latin typeface="Microsoft YaHei"/>
              </a:rPr>
              <a:t>前端页面：Vue/HTML/CSS/JS</a:t>
            </a:r>
          </a:p>
          <a:p>
            <a:pPr/>
            <a:r>
              <a:rPr>
                <a:latin typeface="Microsoft YaHei"/>
              </a:rPr>
              <a:t>Token：登录态与权限控制</a:t>
            </a:r>
          </a:p>
          <a:p>
            <a:pPr/>
            <a:r>
              <a:rPr>
                <a:latin typeface="Microsoft YaHei"/>
              </a:rPr>
              <a:t>Nginx：静态资源/反向代理（部署）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前期准备：环境配置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Microsoft YaHei"/>
              </a:rPr>
              <a:t>前端环境：Node.js、构建工具（Vite/CLI）</a:t>
            </a:r>
          </a:p>
          <a:p>
            <a:pPr/>
            <a:r>
              <a:rPr>
                <a:latin typeface="Microsoft YaHei"/>
              </a:rPr>
              <a:t>后端环境：JDK 8+、Maven</a:t>
            </a:r>
          </a:p>
          <a:p>
            <a:pPr/>
            <a:r>
              <a:rPr>
                <a:latin typeface="Microsoft YaHei"/>
              </a:rPr>
              <a:t>开发工具：IntelliJ IDEA、VS Code</a:t>
            </a:r>
          </a:p>
          <a:p>
            <a:pPr/>
            <a:r>
              <a:rPr>
                <a:latin typeface="Microsoft YaHei"/>
              </a:rPr>
              <a:t>数据库工具：Navicat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后端开发：框架整合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Microsoft YaHei"/>
              </a:rPr>
              <a:t>配置 application.yml 数据库连接</a:t>
            </a:r>
          </a:p>
          <a:p>
            <a:pPr/>
            <a:r>
              <a:rPr>
                <a:latin typeface="Microsoft YaHei"/>
              </a:rPr>
              <a:t>启动 SpringbootSchemaApplication</a:t>
            </a:r>
          </a:p>
          <a:p>
            <a:pPr/>
            <a:r>
              <a:rPr>
                <a:latin typeface="Microsoft YaHei"/>
              </a:rPr>
              <a:t>MyBatis-Plus 提供通用 CRUD/分页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后端开发：核心功能-数据库设计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Microsoft YaHei"/>
              </a:rPr>
              <a:t>核心实体：商品、订单、用户</a:t>
            </a:r>
          </a:p>
          <a:p>
            <a:pPr/>
            <a:r>
              <a:rPr>
                <a:latin typeface="Microsoft YaHei"/>
              </a:rPr>
              <a:t>辅助实体：购物车、地址、收藏、评论、资讯、客服</a:t>
            </a:r>
          </a:p>
          <a:p>
            <a:pPr/>
            <a:r>
              <a:rPr>
                <a:latin typeface="Microsoft YaHei"/>
              </a:rPr>
              <a:t>商品表含倒计时、限购、库存字段，支撑秒杀规则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后端开发：核心功能-接口开发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Microsoft YaHei"/>
              </a:rPr>
              <a:t>GET /shangpinxinxi/list：商品列表</a:t>
            </a:r>
          </a:p>
          <a:p>
            <a:pPr/>
            <a:r>
              <a:rPr>
                <a:latin typeface="Microsoft YaHei"/>
              </a:rPr>
              <a:t>GET /shangpinxinxi/detail/{id}：商品详情</a:t>
            </a:r>
          </a:p>
          <a:p>
            <a:pPr/>
            <a:r>
              <a:rPr>
                <a:latin typeface="Microsoft YaHei"/>
              </a:rPr>
              <a:t>POST /orders/save：提交订单</a:t>
            </a:r>
          </a:p>
          <a:p>
            <a:pPr/>
            <a:r>
              <a:rPr>
                <a:latin typeface="Microsoft YaHei"/>
              </a:rPr>
              <a:t>POST /yonghu/login：用户登录</a:t>
            </a:r>
          </a:p>
          <a:p>
            <a:pPr/>
            <a:r>
              <a:rPr>
                <a:latin typeface="Microsoft YaHei"/>
              </a:rPr>
              <a:t>GET /orders/page：订单查询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后端开发：秒杀与并发处理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Microsoft YaHei"/>
              </a:rPr>
              <a:t>倒计时字段：reversetime</a:t>
            </a:r>
          </a:p>
          <a:p>
            <a:pPr/>
            <a:r>
              <a:rPr>
                <a:latin typeface="Microsoft YaHei"/>
              </a:rPr>
              <a:t>单用户限购：onelimittimes</a:t>
            </a:r>
          </a:p>
          <a:p>
            <a:pPr/>
            <a:r>
              <a:rPr>
                <a:latin typeface="Microsoft YaHei"/>
              </a:rPr>
              <a:t>库存上限：alllimittimes</a:t>
            </a:r>
          </a:p>
          <a:p>
            <a:pPr/>
            <a:r>
              <a:rPr>
                <a:latin typeface="Microsoft YaHei"/>
              </a:rPr>
              <a:t>Token 拦截器校验登录态</a:t>
            </a:r>
          </a:p>
          <a:p>
            <a:pPr/>
            <a:r>
              <a:rPr>
                <a:latin typeface="Microsoft YaHei"/>
              </a:rPr>
              <a:t>可扩展：缓存/队列削峰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核心流程示意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Microsoft YaHei"/>
              </a:rPr>
              <a:t>用户登录/注册</a:t>
            </a:r>
          </a:p>
          <a:p>
            <a:pPr/>
            <a:r>
              <a:rPr>
                <a:latin typeface="Microsoft YaHei"/>
              </a:rPr>
              <a:t>浏览商品列表与详情</a:t>
            </a:r>
          </a:p>
          <a:p>
            <a:pPr/>
            <a:r>
              <a:rPr>
                <a:latin typeface="Microsoft YaHei"/>
              </a:rPr>
              <a:t>秒杀校验：时间/库存/限购</a:t>
            </a:r>
          </a:p>
          <a:p>
            <a:pPr/>
            <a:r>
              <a:rPr>
                <a:latin typeface="Microsoft YaHei"/>
              </a:rPr>
              <a:t>生成订单并返回结果</a:t>
            </a:r>
          </a:p>
          <a:p>
            <a:pPr/>
            <a:r>
              <a:rPr>
                <a:latin typeface="Microsoft YaHei"/>
              </a:rPr>
              <a:t>后台管理：商品/订单/用户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下单校验要点（示意）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Microsoft YaHei"/>
              </a:rPr>
              <a:t>当前时间 &lt; reversetime，否则拒绝</a:t>
            </a:r>
          </a:p>
          <a:p>
            <a:pPr/>
            <a:r>
              <a:rPr>
                <a:latin typeface="Microsoft YaHei"/>
              </a:rPr>
              <a:t>购买数量 &lt;= onelimittimes</a:t>
            </a:r>
          </a:p>
          <a:p>
            <a:pPr/>
            <a:r>
              <a:rPr>
                <a:latin typeface="Microsoft YaHei"/>
              </a:rPr>
              <a:t>库存 alllimittimes &gt; 0</a:t>
            </a:r>
          </a:p>
          <a:p>
            <a:pPr/>
            <a:r>
              <a:rPr>
                <a:latin typeface="Microsoft YaHei"/>
              </a:rPr>
              <a:t>生成订单并扣减库存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前端开发：项目结构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Microsoft YaHei"/>
              </a:rPr>
              <a:t>页面模块：商品列表/详情、购物车、订单、个人中心</a:t>
            </a:r>
          </a:p>
          <a:p>
            <a:pPr/>
            <a:r>
              <a:rPr>
                <a:latin typeface="Microsoft YaHei"/>
              </a:rPr>
              <a:t>管理端页面：商品、订单、用户、评论</a:t>
            </a:r>
          </a:p>
          <a:p>
            <a:pPr/>
            <a:r>
              <a:rPr>
                <a:latin typeface="Microsoft YaHei"/>
              </a:rPr>
              <a:t>公共组件：表单、表格、弹窗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前端开发：功能实现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Microsoft YaHei"/>
              </a:rPr>
              <a:t>商品搜索与筛选、详情展示</a:t>
            </a:r>
          </a:p>
          <a:p>
            <a:pPr/>
            <a:r>
              <a:rPr>
                <a:latin typeface="Microsoft YaHei"/>
              </a:rPr>
              <a:t>购物车与下单流程</a:t>
            </a:r>
          </a:p>
          <a:p>
            <a:pPr/>
            <a:r>
              <a:rPr>
                <a:latin typeface="Microsoft YaHei"/>
              </a:rPr>
              <a:t>订单查询与状态展示</a:t>
            </a:r>
          </a:p>
          <a:p>
            <a:pPr/>
            <a:r>
              <a:rPr>
                <a:latin typeface="Microsoft YaHei"/>
              </a:rPr>
              <a:t>收藏/评论/客服模块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前端开发：路由与状态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Microsoft YaHei"/>
              </a:rPr>
              <a:t>路由控制页面跳转</a:t>
            </a:r>
          </a:p>
          <a:p>
            <a:pPr/>
            <a:r>
              <a:rPr>
                <a:latin typeface="Microsoft YaHei"/>
              </a:rPr>
              <a:t>Token 存储与登录态保持</a:t>
            </a:r>
          </a:p>
          <a:p>
            <a:pPr/>
            <a:r>
              <a:rPr>
                <a:latin typeface="Microsoft YaHei"/>
              </a:rPr>
              <a:t>请求封装统一处理返回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测试部署：测试方案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Microsoft YaHei"/>
              </a:rPr>
              <a:t>功能测试：登录、下单、订单查询</a:t>
            </a:r>
          </a:p>
          <a:p>
            <a:pPr/>
            <a:r>
              <a:rPr>
                <a:latin typeface="Microsoft YaHei"/>
              </a:rPr>
              <a:t>安全测试：Token 校验、权限隔离</a:t>
            </a:r>
          </a:p>
          <a:p>
            <a:pPr/>
            <a:r>
              <a:rPr>
                <a:latin typeface="Microsoft YaHei"/>
              </a:rPr>
              <a:t>兼容性测试：主流浏览器/移动端</a:t>
            </a:r>
          </a:p>
          <a:p>
            <a:pPr/>
            <a:r>
              <a:rPr>
                <a:latin typeface="Microsoft YaHei"/>
              </a:rPr>
              <a:t>性能测试：并发访问场景（规划）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压力测试（记录1）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Microsoft YaHei"/>
              </a:rPr>
              <a:t>线程数 1000 / 5000 / 10000</a:t>
            </a:r>
          </a:p>
          <a:p>
            <a:pPr/>
            <a:r>
              <a:rPr>
                <a:latin typeface="Microsoft YaHei"/>
              </a:rPr>
              <a:t>run up 时间 10s</a:t>
            </a:r>
          </a:p>
          <a:p>
            <a:pPr/>
            <a:r>
              <a:rPr>
                <a:latin typeface="Microsoft YaHei"/>
              </a:rPr>
              <a:t>结果：按现场环境记录填写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压力测试（记录2）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Microsoft YaHei"/>
              </a:rPr>
              <a:t>重点观察：响应时间、错误率</a:t>
            </a:r>
          </a:p>
          <a:p>
            <a:pPr/>
            <a:r>
              <a:rPr>
                <a:latin typeface="Microsoft YaHei"/>
              </a:rPr>
              <a:t>日志与数据库连接数变化</a:t>
            </a:r>
          </a:p>
          <a:p>
            <a:pPr/>
            <a:r>
              <a:rPr>
                <a:latin typeface="Microsoft YaHei"/>
              </a:rPr>
              <a:t>结果：按现场环境记录填写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压力测试（记录3）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Microsoft YaHei"/>
              </a:rPr>
              <a:t>瓶颈分析：数据库/网络/CPU</a:t>
            </a:r>
          </a:p>
          <a:p>
            <a:pPr/>
            <a:r>
              <a:rPr>
                <a:latin typeface="Microsoft YaHei"/>
              </a:rPr>
              <a:t>优化方向：缓存、队列、限流</a:t>
            </a:r>
          </a:p>
          <a:p>
            <a:pPr/>
            <a:r>
              <a:rPr>
                <a:latin typeface="Microsoft YaHei"/>
              </a:rPr>
              <a:t>结果：按现场环境记录填写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测试部署：部署流程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Microsoft YaHei"/>
              </a:rPr>
              <a:t>后端：Maven 打包生成 JAR，java -jar 启动</a:t>
            </a:r>
          </a:p>
          <a:p>
            <a:pPr/>
            <a:r>
              <a:rPr>
                <a:latin typeface="Microsoft YaHei"/>
              </a:rPr>
              <a:t>前端：构建静态资源并部署</a:t>
            </a:r>
          </a:p>
          <a:p>
            <a:pPr/>
            <a:r>
              <a:rPr>
                <a:latin typeface="Microsoft YaHei"/>
              </a:rPr>
              <a:t>Nginx 配置反向代理与静态路径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latin typeface="Microsoft YaHei"/>
              </a:rPr>
              <a:t>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>
                <a:latin typeface="Microsoft YaHei"/>
              </a:rPr>
              <a:t>亮点：功能完整、流程清晰、易于扩展</a:t>
            </a:r>
          </a:p>
          <a:p>
            <a:pPr/>
            <a:r>
              <a:rPr>
                <a:latin typeface="Microsoft YaHei"/>
              </a:rPr>
              <a:t>安全：Token 登录态控制</a:t>
            </a:r>
          </a:p>
          <a:p>
            <a:pPr/>
            <a:r>
              <a:rPr>
                <a:latin typeface="Microsoft YaHei"/>
              </a:rPr>
              <a:t>优化方向：缓存与并发能力提升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